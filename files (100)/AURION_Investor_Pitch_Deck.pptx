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AURION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1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LABS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Intelligence that Builds the Future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Meta-Automation for Engineering Innovation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48056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Investor Presentation | Q4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software development is fundamentally broken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8404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SLOW DEVELOPMENT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18-24 months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Average time to build domain-specific SaaS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38404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14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TALENT SHORTAGE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1.4M unfilled jobs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Global shortage of dual-skilled engineers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38404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66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PROHIBITIVE COSTS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$2-5M per product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4114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Cost to develop specialized engineering software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371600"/>
            <a:ext cx="4114800" cy="18288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MARKET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18288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▼  Innovation velocity slowing in critical industries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2148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▼  Research-to-production gaps widening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468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▼  Competitive advantage shifting overseas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383280"/>
            <a:ext cx="411480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474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BOTTLENECK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3749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Human-coded development cannot scale to meet modern engineering R&amp;D demands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663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AURION Research Labs |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AI-powered "factory of factories" for engineering software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AURION Labs builds AI systems that design, code, and deploy domain-specific SaaS autonomously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From natural language prompt → Production-ready software in hours, not months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2743200" cy="16459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194560"/>
            <a:ext cx="27432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AI CODE FACTORY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LLM-driven engine generates complete software stacks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2194560"/>
            <a:ext cx="2743200" cy="16459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219456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0332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DOMAIN INTELLIGENCE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Knowledge graph with deep engineering embeddings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194560"/>
            <a:ext cx="2743200" cy="16459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2194560"/>
            <a:ext cx="274320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</a:rPr>
              <a:t>AUTO-DEPLOYMENT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End-to-end automation from code to cloud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90%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371600" y="4480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Faster Development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70%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114800" y="4480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Cost Reduction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24/7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858000" y="4480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Autonomous Operation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663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AURION Research Labs |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Prompt to production in 4 autonomous steps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011680" cy="25603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234440"/>
            <a:ext cx="731520" cy="320040"/>
          </a:xfrm>
          <a:prstGeom prst="round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A"/>
                </a:solidFill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Natural language input or domain template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4028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FF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468880" y="1371600"/>
            <a:ext cx="2011680" cy="25603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0" y="1234440"/>
            <a:ext cx="731520" cy="320040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A"/>
                </a:solidFill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AI ARCHITECT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Designs architecture, schemas, ML pipeline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C3AED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2011680" cy="25603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303520" y="1234440"/>
            <a:ext cx="731520" cy="320040"/>
          </a:xfrm>
          <a:prstGeom prst="roundRect">
            <a:avLst/>
          </a:pr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A"/>
                </a:solidFill>
              </a:rPr>
              <a:t>STEP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</a:rPr>
              <a:t>AI CODER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Generates frontend, backend, APIs, tests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2940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4899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858000" y="1371600"/>
            <a:ext cx="2011680" cy="25603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0" y="1234440"/>
            <a:ext cx="731520" cy="3200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A"/>
                </a:solidFill>
              </a:rPr>
              <a:t>STEP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DEPLOY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Auto-deployed with monitoring &amp; billing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663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AURION Research Labs |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MOAT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Defensible advantages that compound over 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128016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DOMAIN INTELLIGENCE GRAPH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50K+ domain concepts, RAG-powered reasoning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43200" cy="128016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SIMULATION CONNECTORS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1691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Native COMSOL, Lumerical, ANSYS integration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743200" cy="128016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</a:rPr>
              <a:t>COMPLIANCE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691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Built-in HIPAA, ISO 13485, ISO 9001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8412480" cy="1188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CORE TECHNOLOGY STACK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AI CORE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Claude, GPT, LangGraph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40280" y="30632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BACKEND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028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NestJS, PostgreSQL, Redis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31920" y="30632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FRONTEND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192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Next.js, React, R3F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23560" y="30632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ML OPS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2356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MLflow, Triton, PyTorch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0" y="30632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DEVOPS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K8s, Terraform, GHA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841248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NETWORK EFFECTS: Each deployment improves DIG, making future products smarter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4663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AURION Research Labs |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VERTICALS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Domain-specific AI divisions powering specialized automation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ElectroAI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Electronics &amp; Semiconductor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CMP optimization &amp; yield modeling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SPC dashboards &amp; control charts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Tool fault detection &amp; prediction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2194560" cy="5943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$48B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188720"/>
            <a:ext cx="27432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PhotonAI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1645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Photonics &amp; Optoelectronics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FDTD/COMSOL simulation pipelines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Photonic chip layout generation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Band-gap optimization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20440" y="3566160"/>
            <a:ext cx="2194560" cy="5943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$12B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20440" y="39319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188720"/>
            <a:ext cx="27432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BioAI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0" y="1645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Biomedical Engineering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EEG/ECG/HRV signal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DICOM imaging pipelines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Clinical decision support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0" y="3566160"/>
            <a:ext cx="2194560" cy="5943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$28B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0" y="39319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663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AURION Research Labs |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Massive TAM across three high-growth engineering verticals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657600" cy="310896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1463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$88B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97280" y="2286000"/>
            <a:ext cx="2468880" cy="18288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SAM $24B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45920" y="3108960"/>
            <a:ext cx="1371600" cy="9144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SOM $2.4B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280160"/>
            <a:ext cx="4114800" cy="201168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ADDRESSABLE MARKETS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737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Semiconductor Analytics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1737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$48B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938528"/>
            <a:ext cx="3657600" cy="91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1938528"/>
            <a:ext cx="201168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2402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Healthcare AI/ML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2240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$28B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441448"/>
            <a:ext cx="3657600" cy="91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441448"/>
            <a:ext cx="1170432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743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Photonics Design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27432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$12B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944368"/>
            <a:ext cx="3657600" cy="91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2944368"/>
            <a:ext cx="512064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3474720"/>
            <a:ext cx="1920240" cy="8229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566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42%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663440" y="39776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Eng. CAGR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0" y="3474720"/>
            <a:ext cx="1920240" cy="8229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3566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3.2x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766560" y="39776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Growth 2025-30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663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AURION Research Labs |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Multiple revenue streams with strong unit economics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11680" cy="146304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20116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META-SAAS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SUBSCRIPTIONS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1737360" cy="3657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$50-500K ARR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2011680" cy="146304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118872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USAGE-BASED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METERING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2194560"/>
            <a:ext cx="1737360" cy="3657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130% NRR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2011680" cy="146304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188720"/>
            <a:ext cx="201168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ENTERPRISE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PRIVATE CLOUD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194560"/>
            <a:ext cx="1737360" cy="3657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$1-5M ACV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188720"/>
            <a:ext cx="2011680" cy="146304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440" y="118872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AI WORKER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MARKETPLACE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86600" y="2194560"/>
            <a:ext cx="1737360" cy="3657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20% take rate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8412480" cy="9144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UNIT ECONOMICS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85%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31520" y="3520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Gross Margin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3464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$5K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834640" y="3520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CAC Target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36mo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937760" y="3520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LTV/CAC &gt; 5x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4088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4899"/>
                </a:solidFill>
              </a:rPr>
              <a:t>&lt;6mo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040880" y="3520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Payback Period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931920"/>
            <a:ext cx="841248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023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REVENUE MIX (Y3):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86000" y="40233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SaaS 45%  |  Usage 25%  |  Enterprise 20%  |  Marketplace 10%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0" y="4663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AURION Research Labs |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 &amp; ROADMAP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From concept to market leadership in 18 months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7315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41732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Q4 2024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MVP Launch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97480" y="1417320"/>
            <a:ext cx="320040" cy="3200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82880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Q1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0" y="201168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Pilot Customers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82880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Q2 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06240" y="201168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PhotonAI Launch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320040" cy="3200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82880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Q4 2025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201168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BioAI Launch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909560" y="141732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182880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0" y="201168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Scale &amp; Expand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377440"/>
            <a:ext cx="4114800" cy="18288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CURRENT TRACTION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8346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Core Platform Built - AI orchestration working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108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3 LOIs Signed - Semiconductor fabs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383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Domain Expert Team - PhDs in all verticals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377440"/>
            <a:ext cx="4114800" cy="18288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18-MONTH TARGETS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834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$2M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46320" y="3154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ARR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66560" y="2834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25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66560" y="3154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Customers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100+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46320" y="3794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Products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6656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766560" y="3794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Divisions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663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AURION Research Labs |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Unique positioning: domain expertise + AI automation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548640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Domain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Code Gen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Auto Deploy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Compliance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</a:rPr>
                        <a:t>AURION Labs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Cadence/Synopsys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v0/Cursor/Bolt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Retool/Appsmith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097280"/>
            <a:ext cx="2743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63640" y="1234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WHY WE WIN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63640" y="15544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1. Full-Stack Automation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 Not just code gen — complete SaaS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2. Domain Intelligence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 Deep knowledge graphs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3. Simulation Native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 Built-in tool integration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4. Compliance First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 HIPAA/ISO built-in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3566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● Strong   ◐ Partial   ○ Weak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3840480"/>
            <a:ext cx="841248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 GAP WE FILL: Traditional tools lack AI automation. AI tools lack domain expertise. AURION combines both.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80960" y="46634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AURION Research Labs |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Founder-led sales to lighthouse customers, then scale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237744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2377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LIGHTHOUSE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5544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Months 1-6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Founder network outreach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SEMICON conference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Co-development deals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2011680" cy="3657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$500K ARR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188720"/>
            <a:ext cx="2743200" cy="237744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1188720"/>
            <a:ext cx="54864" cy="2377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1325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EXPAND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15544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Months 7-12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1920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First 2 AEs hired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Content marketing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468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Partner channels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11880" y="3108960"/>
            <a:ext cx="2011680" cy="3657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$2M ARR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1188720"/>
            <a:ext cx="2743200" cy="237744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1188720"/>
            <a:ext cx="54864" cy="23774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1325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</a:rPr>
              <a:t>SCALE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9400" y="15544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Months 13-18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1920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Marketplace live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Enterprise motion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2468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▸ APAC/EMEA expansion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92240" y="3108960"/>
            <a:ext cx="2011680" cy="3657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</a:rPr>
              <a:t>$8M ARR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3749040"/>
            <a:ext cx="8412480" cy="82296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840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TARGET CUSTOMERS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SEMICONDUCTOR: TSMC, Intel, Samsung, GlobalFoundries  |  PHOTONICS: Lumentum, II-VI, university labs  |  BIOMEDICAL: Hospital systems, med device companies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80960" y="46634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AURION Research Labs |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&amp; THE ASK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World-class team raising to capture a generational opportunity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FOUNDING TEAM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7315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548640" cy="548640"/>
          </a:xfrm>
          <a:prstGeom prst="round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A"/>
                </a:solidFill>
              </a:rPr>
              <a:t>LM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Louis Marie • CEO &amp; Founder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PhD Electronics, 10+ years semiconductor R&amp;D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114800" cy="7315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423160"/>
            <a:ext cx="548640" cy="548640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60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423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[CTO] • Chief Technology Officer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Ex-Google AI, Stanford CS PhD, LangChain contributor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4114800" cy="9144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91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ADVISORS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Dr. Sarah Chen — Former Lam Research VP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Prof. Michael Torres — MIT EECS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James Park — Ex-a16z, Enterprise SaaS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41148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SEED ROUND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6459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$5M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4754880" y="2240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Target Raise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560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18 mo runway  |  $25M post-money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4114800" cy="9144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291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USE OF FUNDS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Engineering 50%  |  GTM 25%  |  Infra 15%  |  WC 10%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8412480" cy="457200"/>
          </a:xfrm>
          <a:prstGeom prst="round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A"/>
                </a:solidFill>
              </a:rPr>
              <a:t>Let's build the future of engineering together.  |  contact@aurionlabs.ai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80960" y="484632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AURION Research Labs |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AURION Research Labs - Investor Pitch Deck</dc:title>
  <dc:subject>PptxGenJS Presentation</dc:subject>
  <dc:creator>AURION Research Labs</dc:creator>
  <cp:lastModifiedBy>AURION Research Labs</cp:lastModifiedBy>
  <cp:revision>1</cp:revision>
  <dcterms:created xsi:type="dcterms:W3CDTF">2025-11-27T02:59:06Z</dcterms:created>
  <dcterms:modified xsi:type="dcterms:W3CDTF">2025-11-27T02:59:06Z</dcterms:modified>
</cp:coreProperties>
</file>